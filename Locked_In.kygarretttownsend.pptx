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Lombardic" panose="02000607080000020004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67" autoAdjust="0"/>
  </p:normalViewPr>
  <p:slideViewPr>
    <p:cSldViewPr>
      <p:cViewPr varScale="1">
        <p:scale>
          <a:sx n="74" d="100"/>
          <a:sy n="74" d="100"/>
        </p:scale>
        <p:origin x="6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55570" y="2810709"/>
            <a:ext cx="7327825" cy="693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91"/>
              </a:lnSpc>
            </a:pPr>
            <a:r>
              <a:rPr lang="en-US" sz="4208" b="1" dirty="0">
                <a:solidFill>
                  <a:srgbClr val="000000"/>
                </a:solidFill>
                <a:latin typeface="Times New Roman" panose="02020603050405020304" pitchFamily="18" charset="0"/>
                <a:ea typeface="Hertical Serif"/>
                <a:cs typeface="Times New Roman" panose="02020603050405020304" pitchFamily="18" charset="0"/>
                <a:sym typeface="Hertical Serif"/>
              </a:rPr>
              <a:t>&amp; Locking Procrastination Out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6480" y="-576029"/>
            <a:ext cx="3243903" cy="6976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0"/>
              </a:lnSpc>
            </a:pPr>
            <a:r>
              <a:rPr lang="en-US" sz="36593" dirty="0">
                <a:solidFill>
                  <a:srgbClr val="000000"/>
                </a:solidFill>
                <a:latin typeface="Lombardic"/>
                <a:ea typeface="Lombardic"/>
                <a:cs typeface="Lombardic"/>
                <a:sym typeface="Lombardic"/>
              </a:rPr>
              <a:t>L</a:t>
            </a:r>
          </a:p>
        </p:txBody>
      </p:sp>
      <p:sp>
        <p:nvSpPr>
          <p:cNvPr id="4" name="Freeform 4"/>
          <p:cNvSpPr/>
          <p:nvPr/>
        </p:nvSpPr>
        <p:spPr>
          <a:xfrm>
            <a:off x="2480967" y="1445338"/>
            <a:ext cx="863079" cy="1164356"/>
          </a:xfrm>
          <a:custGeom>
            <a:avLst/>
            <a:gdLst/>
            <a:ahLst/>
            <a:cxnLst/>
            <a:rect l="l" t="t" r="r" b="b"/>
            <a:pathLst>
              <a:path w="863079" h="1164356">
                <a:moveTo>
                  <a:pt x="0" y="0"/>
                </a:moveTo>
                <a:lnTo>
                  <a:pt x="863079" y="0"/>
                </a:lnTo>
                <a:lnTo>
                  <a:pt x="863079" y="1164356"/>
                </a:lnTo>
                <a:lnTo>
                  <a:pt x="0" y="1164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 rot="620829">
            <a:off x="2472538" y="4522148"/>
            <a:ext cx="3985716" cy="3985716"/>
            <a:chOff x="551778" y="551778"/>
            <a:chExt cx="5314288" cy="5314288"/>
          </a:xfrm>
        </p:grpSpPr>
        <p:sp>
          <p:nvSpPr>
            <p:cNvPr id="6" name="Freeform 6"/>
            <p:cNvSpPr/>
            <p:nvPr/>
          </p:nvSpPr>
          <p:spPr>
            <a:xfrm rot="-818591">
              <a:off x="551778" y="551778"/>
              <a:ext cx="5314288" cy="5314288"/>
            </a:xfrm>
            <a:custGeom>
              <a:avLst/>
              <a:gdLst/>
              <a:ahLst/>
              <a:cxnLst/>
              <a:rect l="l" t="t" r="r" b="b"/>
              <a:pathLst>
                <a:path w="5314288" h="5314288">
                  <a:moveTo>
                    <a:pt x="0" y="0"/>
                  </a:moveTo>
                  <a:lnTo>
                    <a:pt x="5314288" y="0"/>
                  </a:lnTo>
                  <a:lnTo>
                    <a:pt x="5314288" y="5314288"/>
                  </a:lnTo>
                  <a:lnTo>
                    <a:pt x="0" y="5314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 rot="20739629">
              <a:off x="1228008" y="2643955"/>
              <a:ext cx="3901199" cy="8643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741"/>
                </a:lnSpc>
              </a:pPr>
              <a:r>
                <a:rPr 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Hertical Serif"/>
                  <a:cs typeface="Times New Roman" panose="02020603050405020304" pitchFamily="18" charset="0"/>
                  <a:sym typeface="Hertical Serif"/>
                </a:rPr>
                <a:t>Procrastination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41976">
              <a:off x="1808916" y="1850916"/>
              <a:ext cx="2800012" cy="2716011"/>
            </a:xfrm>
            <a:custGeom>
              <a:avLst/>
              <a:gdLst/>
              <a:ahLst/>
              <a:cxnLst/>
              <a:rect l="l" t="t" r="r" b="b"/>
              <a:pathLst>
                <a:path w="2800012" h="2716011">
                  <a:moveTo>
                    <a:pt x="0" y="0"/>
                  </a:moveTo>
                  <a:lnTo>
                    <a:pt x="2800012" y="0"/>
                  </a:lnTo>
                  <a:lnTo>
                    <a:pt x="2800012" y="2716012"/>
                  </a:lnTo>
                  <a:lnTo>
                    <a:pt x="0" y="271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 rot="596762">
            <a:off x="6609542" y="3925169"/>
            <a:ext cx="2498907" cy="2498907"/>
            <a:chOff x="345946" y="345946"/>
            <a:chExt cx="3331876" cy="3331876"/>
          </a:xfrm>
        </p:grpSpPr>
        <p:sp>
          <p:nvSpPr>
            <p:cNvPr id="10" name="Freeform 10"/>
            <p:cNvSpPr/>
            <p:nvPr/>
          </p:nvSpPr>
          <p:spPr>
            <a:xfrm rot="-818591">
              <a:off x="345946" y="345946"/>
              <a:ext cx="3331876" cy="3331876"/>
            </a:xfrm>
            <a:custGeom>
              <a:avLst/>
              <a:gdLst/>
              <a:ahLst/>
              <a:cxnLst/>
              <a:rect l="l" t="t" r="r" b="b"/>
              <a:pathLst>
                <a:path w="3331876" h="3331876">
                  <a:moveTo>
                    <a:pt x="0" y="0"/>
                  </a:moveTo>
                  <a:lnTo>
                    <a:pt x="3331875" y="0"/>
                  </a:lnTo>
                  <a:lnTo>
                    <a:pt x="3331875" y="3331875"/>
                  </a:lnTo>
                  <a:lnTo>
                    <a:pt x="0" y="3331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 rot="20739629">
              <a:off x="777131" y="1698319"/>
              <a:ext cx="2445919" cy="5348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99"/>
                </a:lnSpc>
              </a:pPr>
              <a:r>
                <a:rPr lang="en-US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Hertical Serif"/>
                  <a:cs typeface="Times New Roman" panose="02020603050405020304" pitchFamily="18" charset="0"/>
                  <a:sym typeface="Hertical Serif"/>
                </a:rPr>
                <a:t>Missed Assignments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-841976">
              <a:off x="1134128" y="1160461"/>
              <a:ext cx="1755511" cy="1702846"/>
            </a:xfrm>
            <a:custGeom>
              <a:avLst/>
              <a:gdLst/>
              <a:ahLst/>
              <a:cxnLst/>
              <a:rect l="l" t="t" r="r" b="b"/>
              <a:pathLst>
                <a:path w="1755511" h="1702846">
                  <a:moveTo>
                    <a:pt x="0" y="0"/>
                  </a:moveTo>
                  <a:lnTo>
                    <a:pt x="1755511" y="0"/>
                  </a:lnTo>
                  <a:lnTo>
                    <a:pt x="1755511" y="1702845"/>
                  </a:lnTo>
                  <a:lnTo>
                    <a:pt x="0" y="1702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 rot="567855">
            <a:off x="678651" y="7161119"/>
            <a:ext cx="2553842" cy="2553842"/>
            <a:chOff x="353551" y="353551"/>
            <a:chExt cx="3405123" cy="3405123"/>
          </a:xfrm>
        </p:grpSpPr>
        <p:sp>
          <p:nvSpPr>
            <p:cNvPr id="14" name="Freeform 14"/>
            <p:cNvSpPr/>
            <p:nvPr/>
          </p:nvSpPr>
          <p:spPr>
            <a:xfrm rot="-818591">
              <a:off x="353551" y="353551"/>
              <a:ext cx="3405123" cy="3405123"/>
            </a:xfrm>
            <a:custGeom>
              <a:avLst/>
              <a:gdLst/>
              <a:ahLst/>
              <a:cxnLst/>
              <a:rect l="l" t="t" r="r" b="b"/>
              <a:pathLst>
                <a:path w="3405123" h="3405123">
                  <a:moveTo>
                    <a:pt x="0" y="0"/>
                  </a:moveTo>
                  <a:lnTo>
                    <a:pt x="3405123" y="0"/>
                  </a:lnTo>
                  <a:lnTo>
                    <a:pt x="3405123" y="3405123"/>
                  </a:lnTo>
                  <a:lnTo>
                    <a:pt x="0" y="3405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 rot="20739629">
              <a:off x="800221" y="1681250"/>
              <a:ext cx="2499688" cy="6314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94"/>
                </a:lnSpc>
              </a:pPr>
              <a:r>
                <a:rPr 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Hertical Serif"/>
                  <a:cs typeface="Times New Roman" panose="02020603050405020304" pitchFamily="18" charset="0"/>
                  <a:sym typeface="Hertical Serif"/>
                </a:rPr>
                <a:t>Forgetfulness</a:t>
              </a:r>
            </a:p>
          </p:txBody>
        </p:sp>
        <p:sp>
          <p:nvSpPr>
            <p:cNvPr id="16" name="Freeform 16"/>
            <p:cNvSpPr/>
            <p:nvPr/>
          </p:nvSpPr>
          <p:spPr>
            <a:xfrm rot="-841976">
              <a:off x="1159061" y="1185972"/>
              <a:ext cx="1794104" cy="1740281"/>
            </a:xfrm>
            <a:custGeom>
              <a:avLst/>
              <a:gdLst/>
              <a:ahLst/>
              <a:cxnLst/>
              <a:rect l="l" t="t" r="r" b="b"/>
              <a:pathLst>
                <a:path w="1794104" h="1740281">
                  <a:moveTo>
                    <a:pt x="0" y="0"/>
                  </a:moveTo>
                  <a:lnTo>
                    <a:pt x="1794104" y="0"/>
                  </a:lnTo>
                  <a:lnTo>
                    <a:pt x="1794104" y="1740281"/>
                  </a:lnTo>
                  <a:lnTo>
                    <a:pt x="0" y="1740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69885" y="214391"/>
            <a:ext cx="8602256" cy="6537040"/>
            <a:chOff x="0" y="0"/>
            <a:chExt cx="11469675" cy="8716053"/>
          </a:xfrm>
        </p:grpSpPr>
        <p:sp>
          <p:nvSpPr>
            <p:cNvPr id="18" name="Freeform 18"/>
            <p:cNvSpPr/>
            <p:nvPr/>
          </p:nvSpPr>
          <p:spPr>
            <a:xfrm>
              <a:off x="1253616" y="1235625"/>
              <a:ext cx="9607390" cy="6244803"/>
            </a:xfrm>
            <a:custGeom>
              <a:avLst/>
              <a:gdLst/>
              <a:ahLst/>
              <a:cxnLst/>
              <a:rect l="l" t="t" r="r" b="b"/>
              <a:pathLst>
                <a:path w="9607390" h="6244803">
                  <a:moveTo>
                    <a:pt x="0" y="0"/>
                  </a:moveTo>
                  <a:lnTo>
                    <a:pt x="9607390" y="0"/>
                  </a:lnTo>
                  <a:lnTo>
                    <a:pt x="9607390" y="6244803"/>
                  </a:lnTo>
                  <a:lnTo>
                    <a:pt x="0" y="6244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 rot="-16200000">
              <a:off x="-3350203" y="3949880"/>
              <a:ext cx="8716053" cy="816293"/>
            </a:xfrm>
            <a:custGeom>
              <a:avLst/>
              <a:gdLst/>
              <a:ahLst/>
              <a:cxnLst/>
              <a:rect l="l" t="t" r="r" b="b"/>
              <a:pathLst>
                <a:path w="8716053" h="816293">
                  <a:moveTo>
                    <a:pt x="8716053" y="816293"/>
                  </a:moveTo>
                  <a:lnTo>
                    <a:pt x="0" y="816293"/>
                  </a:lnTo>
                  <a:lnTo>
                    <a:pt x="0" y="0"/>
                  </a:lnTo>
                  <a:lnTo>
                    <a:pt x="8716053" y="0"/>
                  </a:lnTo>
                  <a:lnTo>
                    <a:pt x="8716053" y="816293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49125" r="-2881" b="-362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0"/>
            <p:cNvSpPr/>
            <p:nvPr/>
          </p:nvSpPr>
          <p:spPr>
            <a:xfrm rot="-21600000">
              <a:off x="239434" y="7292240"/>
              <a:ext cx="11230241" cy="1051756"/>
            </a:xfrm>
            <a:custGeom>
              <a:avLst/>
              <a:gdLst/>
              <a:ahLst/>
              <a:cxnLst/>
              <a:rect l="l" t="t" r="r" b="b"/>
              <a:pathLst>
                <a:path w="11230241" h="1051756">
                  <a:moveTo>
                    <a:pt x="11230241" y="1051757"/>
                  </a:moveTo>
                  <a:lnTo>
                    <a:pt x="0" y="1051757"/>
                  </a:lnTo>
                  <a:lnTo>
                    <a:pt x="0" y="0"/>
                  </a:lnTo>
                  <a:lnTo>
                    <a:pt x="11230241" y="0"/>
                  </a:lnTo>
                  <a:lnTo>
                    <a:pt x="11230241" y="1051757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49125" r="-2881" b="-362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 rot="-16200000" flipH="1" flipV="1">
              <a:off x="6521839" y="3949880"/>
              <a:ext cx="8716053" cy="816293"/>
            </a:xfrm>
            <a:custGeom>
              <a:avLst/>
              <a:gdLst/>
              <a:ahLst/>
              <a:cxnLst/>
              <a:rect l="l" t="t" r="r" b="b"/>
              <a:pathLst>
                <a:path w="8716053" h="816293">
                  <a:moveTo>
                    <a:pt x="0" y="0"/>
                  </a:moveTo>
                  <a:lnTo>
                    <a:pt x="8716053" y="0"/>
                  </a:lnTo>
                  <a:lnTo>
                    <a:pt x="8716053" y="816293"/>
                  </a:lnTo>
                  <a:lnTo>
                    <a:pt x="0" y="816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49125" r="-2881" b="-362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 flipH="1">
              <a:off x="0" y="709747"/>
              <a:ext cx="11230241" cy="1051756"/>
            </a:xfrm>
            <a:custGeom>
              <a:avLst/>
              <a:gdLst/>
              <a:ahLst/>
              <a:cxnLst/>
              <a:rect l="l" t="t" r="r" b="b"/>
              <a:pathLst>
                <a:path w="11230241" h="1051756">
                  <a:moveTo>
                    <a:pt x="0" y="1051756"/>
                  </a:moveTo>
                  <a:lnTo>
                    <a:pt x="11230241" y="1051756"/>
                  </a:lnTo>
                  <a:lnTo>
                    <a:pt x="11230241" y="0"/>
                  </a:lnTo>
                  <a:lnTo>
                    <a:pt x="0" y="0"/>
                  </a:lnTo>
                  <a:lnTo>
                    <a:pt x="0" y="1051756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49125" r="-2881" b="-3625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1544" y="6903675"/>
            <a:ext cx="4550709" cy="3068731"/>
            <a:chOff x="0" y="0"/>
            <a:chExt cx="1098542" cy="7407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8542" cy="740792"/>
            </a:xfrm>
            <a:custGeom>
              <a:avLst/>
              <a:gdLst/>
              <a:ahLst/>
              <a:cxnLst/>
              <a:rect l="l" t="t" r="r" b="b"/>
              <a:pathLst>
                <a:path w="1098542" h="740792">
                  <a:moveTo>
                    <a:pt x="0" y="0"/>
                  </a:moveTo>
                  <a:lnTo>
                    <a:pt x="1098542" y="0"/>
                  </a:lnTo>
                  <a:lnTo>
                    <a:pt x="1098542" y="740792"/>
                  </a:lnTo>
                  <a:lnTo>
                    <a:pt x="0" y="740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04775"/>
              <a:ext cx="1098542" cy="84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6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 rot="-21600000">
            <a:off x="6231619" y="6823270"/>
            <a:ext cx="5026333" cy="470736"/>
          </a:xfrm>
          <a:custGeom>
            <a:avLst/>
            <a:gdLst/>
            <a:ahLst/>
            <a:cxnLst/>
            <a:rect l="l" t="t" r="r" b="b"/>
            <a:pathLst>
              <a:path w="5026333" h="470736">
                <a:moveTo>
                  <a:pt x="5026333" y="470736"/>
                </a:moveTo>
                <a:lnTo>
                  <a:pt x="0" y="470736"/>
                </a:lnTo>
                <a:lnTo>
                  <a:pt x="0" y="0"/>
                </a:lnTo>
                <a:lnTo>
                  <a:pt x="5026333" y="0"/>
                </a:lnTo>
                <a:lnTo>
                  <a:pt x="5026333" y="47073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9125" r="-2881" b="-362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27"/>
          <p:cNvSpPr/>
          <p:nvPr/>
        </p:nvSpPr>
        <p:spPr>
          <a:xfrm rot="-21600000" flipH="1" flipV="1">
            <a:off x="6129017" y="9727428"/>
            <a:ext cx="5231537" cy="489954"/>
          </a:xfrm>
          <a:custGeom>
            <a:avLst/>
            <a:gdLst/>
            <a:ahLst/>
            <a:cxnLst/>
            <a:rect l="l" t="t" r="r" b="b"/>
            <a:pathLst>
              <a:path w="5231537" h="489954">
                <a:moveTo>
                  <a:pt x="0" y="0"/>
                </a:moveTo>
                <a:lnTo>
                  <a:pt x="5231537" y="0"/>
                </a:lnTo>
                <a:lnTo>
                  <a:pt x="5231537" y="489955"/>
                </a:lnTo>
                <a:lnTo>
                  <a:pt x="0" y="4899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9125" r="-2881" b="-3625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2814883" y="6999556"/>
            <a:ext cx="4419036" cy="2979938"/>
            <a:chOff x="0" y="0"/>
            <a:chExt cx="1098542" cy="74079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8542" cy="740792"/>
            </a:xfrm>
            <a:custGeom>
              <a:avLst/>
              <a:gdLst/>
              <a:ahLst/>
              <a:cxnLst/>
              <a:rect l="l" t="t" r="r" b="b"/>
              <a:pathLst>
                <a:path w="1098542" h="740792">
                  <a:moveTo>
                    <a:pt x="0" y="0"/>
                  </a:moveTo>
                  <a:lnTo>
                    <a:pt x="1098542" y="0"/>
                  </a:lnTo>
                  <a:lnTo>
                    <a:pt x="1098542" y="740792"/>
                  </a:lnTo>
                  <a:lnTo>
                    <a:pt x="0" y="740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04775"/>
              <a:ext cx="1098542" cy="84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36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 rot="-21600000">
            <a:off x="12591612" y="6921478"/>
            <a:ext cx="4880897" cy="457115"/>
          </a:xfrm>
          <a:custGeom>
            <a:avLst/>
            <a:gdLst/>
            <a:ahLst/>
            <a:cxnLst/>
            <a:rect l="l" t="t" r="r" b="b"/>
            <a:pathLst>
              <a:path w="4880897" h="457115">
                <a:moveTo>
                  <a:pt x="4880896" y="457115"/>
                </a:moveTo>
                <a:lnTo>
                  <a:pt x="0" y="457115"/>
                </a:lnTo>
                <a:lnTo>
                  <a:pt x="0" y="0"/>
                </a:lnTo>
                <a:lnTo>
                  <a:pt x="4880896" y="0"/>
                </a:lnTo>
                <a:lnTo>
                  <a:pt x="4880896" y="45711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9125" r="-2881" b="-362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 rot="-21600000" flipH="1" flipV="1">
            <a:off x="12491978" y="9741605"/>
            <a:ext cx="5080163" cy="475777"/>
          </a:xfrm>
          <a:custGeom>
            <a:avLst/>
            <a:gdLst/>
            <a:ahLst/>
            <a:cxnLst/>
            <a:rect l="l" t="t" r="r" b="b"/>
            <a:pathLst>
              <a:path w="5080163" h="475777">
                <a:moveTo>
                  <a:pt x="0" y="0"/>
                </a:moveTo>
                <a:lnTo>
                  <a:pt x="5080164" y="0"/>
                </a:lnTo>
                <a:lnTo>
                  <a:pt x="5080164" y="475778"/>
                </a:lnTo>
                <a:lnTo>
                  <a:pt x="0" y="4757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9125" r="-2881" b="-362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14560656" y="8720617"/>
            <a:ext cx="983417" cy="983417"/>
          </a:xfrm>
          <a:custGeom>
            <a:avLst/>
            <a:gdLst/>
            <a:ahLst/>
            <a:cxnLst/>
            <a:rect l="l" t="t" r="r" b="b"/>
            <a:pathLst>
              <a:path w="983417" h="983417">
                <a:moveTo>
                  <a:pt x="0" y="0"/>
                </a:moveTo>
                <a:lnTo>
                  <a:pt x="983417" y="0"/>
                </a:lnTo>
                <a:lnTo>
                  <a:pt x="983417" y="983417"/>
                </a:lnTo>
                <a:lnTo>
                  <a:pt x="0" y="983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14873187" y="8972221"/>
            <a:ext cx="358356" cy="480209"/>
          </a:xfrm>
          <a:custGeom>
            <a:avLst/>
            <a:gdLst/>
            <a:ahLst/>
            <a:cxnLst/>
            <a:rect l="l" t="t" r="r" b="b"/>
            <a:pathLst>
              <a:path w="358356" h="480209">
                <a:moveTo>
                  <a:pt x="0" y="0"/>
                </a:moveTo>
                <a:lnTo>
                  <a:pt x="358356" y="0"/>
                </a:lnTo>
                <a:lnTo>
                  <a:pt x="358356" y="480208"/>
                </a:lnTo>
                <a:lnTo>
                  <a:pt x="0" y="480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2903159" y="8452908"/>
            <a:ext cx="1657497" cy="585772"/>
          </a:xfrm>
          <a:custGeom>
            <a:avLst/>
            <a:gdLst/>
            <a:ahLst/>
            <a:cxnLst/>
            <a:rect l="l" t="t" r="r" b="b"/>
            <a:pathLst>
              <a:path w="1657497" h="585772">
                <a:moveTo>
                  <a:pt x="0" y="0"/>
                </a:moveTo>
                <a:lnTo>
                  <a:pt x="1657497" y="0"/>
                </a:lnTo>
                <a:lnTo>
                  <a:pt x="1657497" y="585772"/>
                </a:lnTo>
                <a:lnTo>
                  <a:pt x="0" y="585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5540907" y="8452908"/>
            <a:ext cx="1590902" cy="585772"/>
          </a:xfrm>
          <a:custGeom>
            <a:avLst/>
            <a:gdLst/>
            <a:ahLst/>
            <a:cxnLst/>
            <a:rect l="l" t="t" r="r" b="b"/>
            <a:pathLst>
              <a:path w="1590902" h="585772">
                <a:moveTo>
                  <a:pt x="0" y="0"/>
                </a:moveTo>
                <a:lnTo>
                  <a:pt x="1590902" y="0"/>
                </a:lnTo>
                <a:lnTo>
                  <a:pt x="1590902" y="585772"/>
                </a:lnTo>
                <a:lnTo>
                  <a:pt x="0" y="5857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8253077" y="8823121"/>
            <a:ext cx="983417" cy="983417"/>
          </a:xfrm>
          <a:custGeom>
            <a:avLst/>
            <a:gdLst/>
            <a:ahLst/>
            <a:cxnLst/>
            <a:rect l="l" t="t" r="r" b="b"/>
            <a:pathLst>
              <a:path w="983417" h="983417">
                <a:moveTo>
                  <a:pt x="0" y="0"/>
                </a:moveTo>
                <a:lnTo>
                  <a:pt x="983417" y="0"/>
                </a:lnTo>
                <a:lnTo>
                  <a:pt x="983417" y="983417"/>
                </a:lnTo>
                <a:lnTo>
                  <a:pt x="0" y="983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8499077" y="9088164"/>
            <a:ext cx="491416" cy="453331"/>
          </a:xfrm>
          <a:custGeom>
            <a:avLst/>
            <a:gdLst/>
            <a:ahLst/>
            <a:cxnLst/>
            <a:rect l="l" t="t" r="r" b="b"/>
            <a:pathLst>
              <a:path w="491416" h="453331">
                <a:moveTo>
                  <a:pt x="0" y="0"/>
                </a:moveTo>
                <a:lnTo>
                  <a:pt x="491416" y="0"/>
                </a:lnTo>
                <a:lnTo>
                  <a:pt x="491416" y="453331"/>
                </a:lnTo>
                <a:lnTo>
                  <a:pt x="0" y="453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3185109" y="874732"/>
            <a:ext cx="5397703" cy="2159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858"/>
              </a:lnSpc>
            </a:pPr>
            <a:r>
              <a:rPr lang="en-US" sz="12755" b="1" dirty="0" err="1">
                <a:solidFill>
                  <a:srgbClr val="000000"/>
                </a:solidFill>
                <a:latin typeface="Times New Roman" panose="02020603050405020304" pitchFamily="18" charset="0"/>
                <a:ea typeface="Hertical Serif Rough"/>
                <a:cs typeface="Times New Roman" panose="02020603050405020304" pitchFamily="18" charset="0"/>
                <a:sym typeface="Hertical Serif Rough"/>
              </a:rPr>
              <a:t>cked</a:t>
            </a:r>
            <a:r>
              <a:rPr lang="en-US" sz="12755" b="1" dirty="0">
                <a:solidFill>
                  <a:srgbClr val="000000"/>
                </a:solidFill>
                <a:latin typeface="Times New Roman" panose="02020603050405020304" pitchFamily="18" charset="0"/>
                <a:ea typeface="Hertical Serif Rough"/>
                <a:cs typeface="Times New Roman" panose="02020603050405020304" pitchFamily="18" charset="0"/>
                <a:sym typeface="Hertical Serif Rough"/>
              </a:rPr>
              <a:t> in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99245" y="7528653"/>
            <a:ext cx="3675306" cy="135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  <a:spcBef>
                <a:spcPct val="0"/>
              </a:spcBef>
            </a:pPr>
            <a:r>
              <a:rPr lang="en-US" sz="1919" b="1" dirty="0">
                <a:solidFill>
                  <a:srgbClr val="FFFFFF"/>
                </a:solidFill>
                <a:latin typeface="Times New Roman" panose="02020603050405020304" pitchFamily="18" charset="0"/>
                <a:ea typeface="Hertical Serif"/>
                <a:cs typeface="Times New Roman" panose="02020603050405020304" pitchFamily="18" charset="0"/>
                <a:sym typeface="Hertical Serif"/>
              </a:rPr>
              <a:t>Organizes tasks and breaks them into manageable steps to make daily responsibilities easier to handle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68608" y="7476147"/>
            <a:ext cx="3767514" cy="1131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14"/>
              </a:lnSpc>
              <a:spcBef>
                <a:spcPct val="0"/>
              </a:spcBef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Hertical Serif"/>
                <a:cs typeface="Times New Roman" panose="02020603050405020304" pitchFamily="18" charset="0"/>
                <a:sym typeface="Hertical Serif"/>
              </a:rPr>
              <a:t>Tracks progress and provides motivation to improve consistency through achievement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Lombardic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Locked In | Ky Garrett</dc:title>
  <cp:lastModifiedBy>Ky Garrett-townsend</cp:lastModifiedBy>
  <cp:revision>2</cp:revision>
  <dcterms:created xsi:type="dcterms:W3CDTF">2006-08-16T00:00:00Z</dcterms:created>
  <dcterms:modified xsi:type="dcterms:W3CDTF">2026-05-02T00:46:06Z</dcterms:modified>
  <dc:identifier>DAHIdUuSvAU</dc:identifier>
</cp:coreProperties>
</file>